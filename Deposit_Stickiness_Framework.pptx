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72,870 customers holding Save Max in the prior period. 6,777 of them (9.3%) now show zero Save Max balance. Save Max fell from THB 685,023,127 to THB 495,681,749, down 27.6%, of which THB 123,073,643 came from movers zeroing out and THB 66,267,735 from non-movers trimming. Total deposit balance nevertheless rose from THB 2,966,348,100 to THB 3,083,304,918, up 3.9%. Save Max fell from 23.1% to 16.1%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3,954 customers, THB 926,675,679 → THB 1,008,521,954, 108.8% retained. Without: 2,823 customers, THB 54,222,669 → THB 14,691,353, only 27.1% retained. Non-movers are stable either way: 106.0% with Save More and 98.4%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189m, total balance +THB 117m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prior balance &gt; 0. 'Move' = Save Max now zero. prev / latest balance is the customer's total deposit balance.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72,870  ·  Moved 6,777 (9.3%)  ·  Save Max THB 685m → 496m  ·  Total THB 2.97bn → 3.08bn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72.9k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6,777</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9.3%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189m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−27.6%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117m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18042"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74855"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496m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3273"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2,966m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3,083m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4971"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12.8%</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2,388 of 18,586</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0390" cy="164592"/>
          </a:xfrm>
          <a:prstGeom prst="roundRect">
            <a:avLst>
              <a:gd name="adj" fmla="val 21038"/>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7.1%</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1,561 of 21,894</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36576" cy="164592"/>
          </a:xfrm>
          <a:prstGeom prst="roundRect">
            <a:avLst>
              <a:gd name="adj" fmla="val 75000"/>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1.0%</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266 of 27,208</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189m but the book gained THB 117m</a:t>
            </a:r>
            <a:pPr indent="0" marL="0">
              <a:buNone/>
            </a:pPr>
            <a:r>
              <a:rPr lang="en-US" sz="1100" dirty="0">
                <a:solidFill>
                  <a:srgbClr val="16233D"/>
                </a:solidFill>
                <a:latin typeface="Graphik TH" pitchFamily="34" charset="0"/>
                <a:ea typeface="Graphik TH" pitchFamily="34" charset="-122"/>
                <a:cs typeface="Graphik TH" pitchFamily="34" charset="-120"/>
              </a:rPr>
              <a:t>  —  the 6,777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6,777   ·   With Save More 3,954 → +THB 82m (+8.8%)   ·   Without Save More 2,823 → −THB 40m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3,954</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58%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927m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2,823</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42%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508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242"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4648"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57898"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98.4%</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3,954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82m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2,823</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40m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8,658</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84m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57,435</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−1.6%   −THB 10m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31.4% of the time against 4.7%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2,823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40m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2026-09-28T07:43:33Z</dcterms:created>
  <dcterms:modified xsi:type="dcterms:W3CDTF">2026-09-28T07:43:33Z</dcterms:modified>
</cp:coreProperties>
</file>