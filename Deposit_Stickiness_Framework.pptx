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Text 13"/>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6" name="Shape 14"/>
          <p:cNvSpPr/>
          <p:nvPr/>
        </p:nvSpPr>
        <p:spPr>
          <a:xfrm>
            <a:off x="4224528" y="2267712"/>
            <a:ext cx="1572768" cy="603504"/>
          </a:xfrm>
          <a:prstGeom prst="roundRect">
            <a:avLst>
              <a:gd name="adj" fmla="val 13636"/>
            </a:avLst>
          </a:prstGeom>
          <a:solidFill>
            <a:srgbClr val="FFFFFF"/>
          </a:solidFill>
          <a:ln/>
        </p:spPr>
      </p:sp>
      <p:sp>
        <p:nvSpPr>
          <p:cNvPr id="17" name="Text 15"/>
          <p:cNvSpPr/>
          <p:nvPr/>
        </p:nvSpPr>
        <p:spPr>
          <a:xfrm>
            <a:off x="4370832"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18" name="Text 16"/>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19" name="Text 17"/>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0" name="Text 18"/>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1" name="Text 19"/>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2" name="Shape 20"/>
          <p:cNvSpPr/>
          <p:nvPr/>
        </p:nvSpPr>
        <p:spPr>
          <a:xfrm>
            <a:off x="5065776" y="3227832"/>
            <a:ext cx="731520" cy="237744"/>
          </a:xfrm>
          <a:prstGeom prst="roundRect">
            <a:avLst>
              <a:gd name="adj" fmla="val 19231"/>
            </a:avLst>
          </a:prstGeom>
          <a:solidFill>
            <a:srgbClr val="165A73"/>
          </a:solidFill>
          <a:ln/>
        </p:spPr>
      </p:sp>
      <p:sp>
        <p:nvSpPr>
          <p:cNvPr id="23" name="Text 21"/>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4" name="Text 22"/>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5" name="Text 23"/>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26" name="Shape 24"/>
          <p:cNvSpPr/>
          <p:nvPr/>
        </p:nvSpPr>
        <p:spPr>
          <a:xfrm>
            <a:off x="5065776" y="3520440"/>
            <a:ext cx="731520" cy="237744"/>
          </a:xfrm>
          <a:prstGeom prst="roundRect">
            <a:avLst>
              <a:gd name="adj" fmla="val 19231"/>
            </a:avLst>
          </a:prstGeom>
          <a:solidFill>
            <a:srgbClr val="165A73"/>
          </a:solidFill>
          <a:ln/>
        </p:spPr>
      </p:sp>
      <p:sp>
        <p:nvSpPr>
          <p:cNvPr id="27" name="Text 25"/>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28" name="Text 26"/>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29" name="Text 27"/>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0" name="Shape 28"/>
          <p:cNvSpPr/>
          <p:nvPr/>
        </p:nvSpPr>
        <p:spPr>
          <a:xfrm>
            <a:off x="5065776" y="3813048"/>
            <a:ext cx="731520" cy="237744"/>
          </a:xfrm>
          <a:prstGeom prst="roundRect">
            <a:avLst>
              <a:gd name="adj" fmla="val 19231"/>
            </a:avLst>
          </a:prstGeom>
          <a:solidFill>
            <a:srgbClr val="1E8E86"/>
          </a:solidFill>
          <a:ln/>
        </p:spPr>
      </p:sp>
      <p:sp>
        <p:nvSpPr>
          <p:cNvPr id="31" name="Text 29"/>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2" name="Text 30"/>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3" name="Text 31"/>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4" name="Shape 32"/>
          <p:cNvSpPr/>
          <p:nvPr/>
        </p:nvSpPr>
        <p:spPr>
          <a:xfrm>
            <a:off x="5065776" y="4105656"/>
            <a:ext cx="731520" cy="237744"/>
          </a:xfrm>
          <a:prstGeom prst="roundRect">
            <a:avLst>
              <a:gd name="adj" fmla="val 19231"/>
            </a:avLst>
          </a:prstGeom>
          <a:solidFill>
            <a:srgbClr val="3FB89F"/>
          </a:solidFill>
          <a:ln/>
        </p:spPr>
      </p:sp>
      <p:sp>
        <p:nvSpPr>
          <p:cNvPr id="35" name="Text 33"/>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36" name="Shape 34"/>
          <p:cNvSpPr/>
          <p:nvPr/>
        </p:nvSpPr>
        <p:spPr>
          <a:xfrm>
            <a:off x="786384" y="4443984"/>
            <a:ext cx="5010912" cy="10973"/>
          </a:xfrm>
          <a:prstGeom prst="rect">
            <a:avLst/>
          </a:prstGeom>
          <a:solidFill>
            <a:srgbClr val="D8DFE9"/>
          </a:solidFill>
          <a:ln/>
        </p:spPr>
      </p:sp>
      <p:sp>
        <p:nvSpPr>
          <p:cNvPr id="37" name="Text 35"/>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38" name="Text 36"/>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39" name="Shape 37"/>
          <p:cNvSpPr/>
          <p:nvPr/>
        </p:nvSpPr>
        <p:spPr>
          <a:xfrm>
            <a:off x="4389120" y="4562856"/>
            <a:ext cx="1408176" cy="256032"/>
          </a:xfrm>
          <a:prstGeom prst="roundRect">
            <a:avLst>
              <a:gd name="adj" fmla="val 17857"/>
            </a:avLst>
          </a:prstGeom>
          <a:solidFill>
            <a:srgbClr val="165A73"/>
          </a:solidFill>
          <a:ln/>
        </p:spPr>
      </p:sp>
      <p:sp>
        <p:nvSpPr>
          <p:cNvPr id="40" name="Text 38"/>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1" name="Text 39"/>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2" name="Text 40"/>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3" name="Shape 41"/>
          <p:cNvSpPr/>
          <p:nvPr/>
        </p:nvSpPr>
        <p:spPr>
          <a:xfrm>
            <a:off x="4389120" y="4892040"/>
            <a:ext cx="1408176" cy="256032"/>
          </a:xfrm>
          <a:prstGeom prst="roundRect">
            <a:avLst>
              <a:gd name="adj" fmla="val 17857"/>
            </a:avLst>
          </a:prstGeom>
          <a:solidFill>
            <a:srgbClr val="C00000"/>
          </a:solidFill>
          <a:ln/>
        </p:spPr>
      </p:sp>
      <p:sp>
        <p:nvSpPr>
          <p:cNvPr id="44" name="Text 42"/>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5" name="Shape 43"/>
          <p:cNvSpPr/>
          <p:nvPr/>
        </p:nvSpPr>
        <p:spPr>
          <a:xfrm>
            <a:off x="786384" y="5248656"/>
            <a:ext cx="5010912" cy="512064"/>
          </a:xfrm>
          <a:prstGeom prst="roundRect">
            <a:avLst>
              <a:gd name="adj" fmla="val 16071"/>
            </a:avLst>
          </a:prstGeom>
          <a:solidFill>
            <a:srgbClr val="FBF0E6"/>
          </a:solidFill>
          <a:ln/>
        </p:spPr>
      </p:sp>
      <p:sp>
        <p:nvSpPr>
          <p:cNvPr id="46" name="Text 44"/>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47" name="Shape 45"/>
          <p:cNvSpPr/>
          <p:nvPr/>
        </p:nvSpPr>
        <p:spPr>
          <a:xfrm>
            <a:off x="6281928" y="1645920"/>
            <a:ext cx="5522976" cy="4169664"/>
          </a:xfrm>
          <a:prstGeom prst="roundRect">
            <a:avLst>
              <a:gd name="adj" fmla="val 1974"/>
            </a:avLst>
          </a:prstGeom>
          <a:solidFill>
            <a:srgbClr val="F1F4F9"/>
          </a:solidFill>
          <a:ln/>
        </p:spPr>
      </p:sp>
      <p:sp>
        <p:nvSpPr>
          <p:cNvPr id="48" name="Text 46"/>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49" name="Shape 47"/>
          <p:cNvSpPr/>
          <p:nvPr/>
        </p:nvSpPr>
        <p:spPr>
          <a:xfrm>
            <a:off x="10314432" y="1737360"/>
            <a:ext cx="1234440" cy="310896"/>
          </a:xfrm>
          <a:prstGeom prst="roundRect">
            <a:avLst>
              <a:gd name="adj" fmla="val 14706"/>
            </a:avLst>
          </a:prstGeom>
          <a:solidFill>
            <a:srgbClr val="1E8E86"/>
          </a:solidFill>
          <a:ln/>
        </p:spPr>
      </p:sp>
      <p:sp>
        <p:nvSpPr>
          <p:cNvPr id="50" name="Text 48"/>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1" name="Text 49"/>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2" name="Shape 50"/>
          <p:cNvSpPr/>
          <p:nvPr/>
        </p:nvSpPr>
        <p:spPr>
          <a:xfrm>
            <a:off x="6537960" y="2267712"/>
            <a:ext cx="1572768" cy="603504"/>
          </a:xfrm>
          <a:prstGeom prst="roundRect">
            <a:avLst>
              <a:gd name="adj" fmla="val 13636"/>
            </a:avLst>
          </a:prstGeom>
          <a:solidFill>
            <a:srgbClr val="FFFFFF"/>
          </a:solidFill>
          <a:ln/>
        </p:spPr>
      </p:sp>
      <p:sp>
        <p:nvSpPr>
          <p:cNvPr id="53" name="Text 51"/>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4" name="Text 52"/>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5" name="Shape 53"/>
          <p:cNvSpPr/>
          <p:nvPr/>
        </p:nvSpPr>
        <p:spPr>
          <a:xfrm>
            <a:off x="8257032" y="2267712"/>
            <a:ext cx="1572768" cy="603504"/>
          </a:xfrm>
          <a:prstGeom prst="roundRect">
            <a:avLst>
              <a:gd name="adj" fmla="val 13636"/>
            </a:avLst>
          </a:prstGeom>
          <a:solidFill>
            <a:srgbClr val="FFFFFF"/>
          </a:solidFill>
          <a:ln/>
        </p:spPr>
      </p:sp>
      <p:sp>
        <p:nvSpPr>
          <p:cNvPr id="56" name="Text 54"/>
          <p:cNvSpPr/>
          <p:nvPr/>
        </p:nvSpPr>
        <p:spPr>
          <a:xfrm>
            <a:off x="8403336"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57" name="Text 55"/>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58" name="Shape 56"/>
          <p:cNvSpPr/>
          <p:nvPr/>
        </p:nvSpPr>
        <p:spPr>
          <a:xfrm>
            <a:off x="9976104" y="2267712"/>
            <a:ext cx="1572768" cy="603504"/>
          </a:xfrm>
          <a:prstGeom prst="roundRect">
            <a:avLst>
              <a:gd name="adj" fmla="val 13636"/>
            </a:avLst>
          </a:prstGeom>
          <a:solidFill>
            <a:srgbClr val="FFFFFF"/>
          </a:solidFill>
          <a:ln/>
        </p:spPr>
      </p:sp>
      <p:sp>
        <p:nvSpPr>
          <p:cNvPr id="59" name="Text 57"/>
          <p:cNvSpPr/>
          <p:nvPr/>
        </p:nvSpPr>
        <p:spPr>
          <a:xfrm>
            <a:off x="1012240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0" name="Text 58"/>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1" name="Text 59"/>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62" name="Text 60"/>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63" name="Text 61"/>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64" name="Shape 62"/>
          <p:cNvSpPr/>
          <p:nvPr/>
        </p:nvSpPr>
        <p:spPr>
          <a:xfrm>
            <a:off x="10817352" y="3227832"/>
            <a:ext cx="731520" cy="237744"/>
          </a:xfrm>
          <a:prstGeom prst="roundRect">
            <a:avLst>
              <a:gd name="adj" fmla="val 19231"/>
            </a:avLst>
          </a:prstGeom>
          <a:solidFill>
            <a:srgbClr val="165A73"/>
          </a:solidFill>
          <a:ln/>
        </p:spPr>
      </p:sp>
      <p:sp>
        <p:nvSpPr>
          <p:cNvPr id="65" name="Text 63"/>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66" name="Text 64"/>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67" name="Text 65"/>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68" name="Shape 66"/>
          <p:cNvSpPr/>
          <p:nvPr/>
        </p:nvSpPr>
        <p:spPr>
          <a:xfrm>
            <a:off x="10817352" y="3520440"/>
            <a:ext cx="731520" cy="237744"/>
          </a:xfrm>
          <a:prstGeom prst="roundRect">
            <a:avLst>
              <a:gd name="adj" fmla="val 19231"/>
            </a:avLst>
          </a:prstGeom>
          <a:solidFill>
            <a:srgbClr val="165A73"/>
          </a:solidFill>
          <a:ln/>
        </p:spPr>
      </p:sp>
      <p:sp>
        <p:nvSpPr>
          <p:cNvPr id="69" name="Text 67"/>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0" name="Text 68"/>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1" name="Text 69"/>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72" name="Shape 70"/>
          <p:cNvSpPr/>
          <p:nvPr/>
        </p:nvSpPr>
        <p:spPr>
          <a:xfrm>
            <a:off x="10817352" y="3813048"/>
            <a:ext cx="731520" cy="237744"/>
          </a:xfrm>
          <a:prstGeom prst="roundRect">
            <a:avLst>
              <a:gd name="adj" fmla="val 19231"/>
            </a:avLst>
          </a:prstGeom>
          <a:solidFill>
            <a:srgbClr val="165A73"/>
          </a:solidFill>
          <a:ln/>
        </p:spPr>
      </p:sp>
      <p:sp>
        <p:nvSpPr>
          <p:cNvPr id="73" name="Text 71"/>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74" name="Text 72"/>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75" name="Text 73"/>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76" name="Shape 74"/>
          <p:cNvSpPr/>
          <p:nvPr/>
        </p:nvSpPr>
        <p:spPr>
          <a:xfrm>
            <a:off x="10817352" y="4105656"/>
            <a:ext cx="731520" cy="237744"/>
          </a:xfrm>
          <a:prstGeom prst="roundRect">
            <a:avLst>
              <a:gd name="adj" fmla="val 19231"/>
            </a:avLst>
          </a:prstGeom>
          <a:solidFill>
            <a:srgbClr val="1E8E86"/>
          </a:solidFill>
          <a:ln/>
        </p:spPr>
      </p:sp>
      <p:sp>
        <p:nvSpPr>
          <p:cNvPr id="77" name="Text 75"/>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78" name="Shape 76"/>
          <p:cNvSpPr/>
          <p:nvPr/>
        </p:nvSpPr>
        <p:spPr>
          <a:xfrm>
            <a:off x="6537960" y="4443984"/>
            <a:ext cx="5010912" cy="10973"/>
          </a:xfrm>
          <a:prstGeom prst="rect">
            <a:avLst/>
          </a:prstGeom>
          <a:solidFill>
            <a:srgbClr val="D8DFE9"/>
          </a:solidFill>
          <a:ln/>
        </p:spPr>
      </p:sp>
      <p:sp>
        <p:nvSpPr>
          <p:cNvPr id="79" name="Text 77"/>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0" name="Text 78"/>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1" name="Shape 79"/>
          <p:cNvSpPr/>
          <p:nvPr/>
        </p:nvSpPr>
        <p:spPr>
          <a:xfrm>
            <a:off x="10140696" y="4562856"/>
            <a:ext cx="1408176" cy="256032"/>
          </a:xfrm>
          <a:prstGeom prst="roundRect">
            <a:avLst>
              <a:gd name="adj" fmla="val 17857"/>
            </a:avLst>
          </a:prstGeom>
          <a:solidFill>
            <a:srgbClr val="165A73"/>
          </a:solidFill>
          <a:ln/>
        </p:spPr>
      </p:sp>
      <p:sp>
        <p:nvSpPr>
          <p:cNvPr id="82" name="Text 80"/>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83" name="Text 81"/>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84" name="Text 82"/>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85" name="Shape 83"/>
          <p:cNvSpPr/>
          <p:nvPr/>
        </p:nvSpPr>
        <p:spPr>
          <a:xfrm>
            <a:off x="10140696" y="4892040"/>
            <a:ext cx="1408176" cy="256032"/>
          </a:xfrm>
          <a:prstGeom prst="roundRect">
            <a:avLst>
              <a:gd name="adj" fmla="val 17857"/>
            </a:avLst>
          </a:prstGeom>
          <a:solidFill>
            <a:srgbClr val="1E8E86"/>
          </a:solidFill>
          <a:ln/>
        </p:spPr>
      </p:sp>
      <p:sp>
        <p:nvSpPr>
          <p:cNvPr id="86" name="Text 84"/>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87" name="Shape 85"/>
          <p:cNvSpPr/>
          <p:nvPr/>
        </p:nvSpPr>
        <p:spPr>
          <a:xfrm>
            <a:off x="6537960" y="5248656"/>
            <a:ext cx="5010912" cy="512064"/>
          </a:xfrm>
          <a:prstGeom prst="roundRect">
            <a:avLst>
              <a:gd name="adj" fmla="val 16071"/>
            </a:avLst>
          </a:prstGeom>
          <a:solidFill>
            <a:srgbClr val="E8F6F3"/>
          </a:solidFill>
          <a:ln/>
        </p:spPr>
      </p:sp>
      <p:sp>
        <p:nvSpPr>
          <p:cNvPr id="88" name="Text 86"/>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89" name="Shape 87"/>
          <p:cNvSpPr/>
          <p:nvPr/>
        </p:nvSpPr>
        <p:spPr>
          <a:xfrm>
            <a:off x="530352" y="5943600"/>
            <a:ext cx="11274552" cy="530352"/>
          </a:xfrm>
          <a:prstGeom prst="roundRect">
            <a:avLst>
              <a:gd name="adj" fmla="val 15517"/>
            </a:avLst>
          </a:prstGeom>
          <a:solidFill>
            <a:srgbClr val="E8F6F3"/>
          </a:solidFill>
          <a:ln/>
        </p:spPr>
      </p:sp>
      <p:sp>
        <p:nvSpPr>
          <p:cNvPr id="90" name="Text 88"/>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2026-09-03T13:35:53Z</dcterms:created>
  <dcterms:modified xsi:type="dcterms:W3CDTF">2026-09-03T13:35:53Z</dcterms:modified>
</cp:coreProperties>
</file>