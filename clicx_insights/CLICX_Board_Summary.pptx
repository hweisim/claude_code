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oard summary" id="{84c0f023-3225-cd71-c2ea-e15fa48a9885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What they hold,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Uses nothing yet</c:v>
                  </c:pt>
                  <c:pt idx="1">
                    <c:v>Borrows only</c:v>
                  </c:pt>
                  <c:pt idx="2">
                    <c:v>Pays only</c:v>
                  </c:pt>
                  <c:pt idx="3">
                    <c:v>Borrows and pays</c:v>
                  </c:pt>
                  <c:pt idx="4">
                    <c:v>Saves only (20K+)</c:v>
                  </c:pt>
                  <c:pt idx="5">
                    <c:v>Saves and more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1248</c:v>
                </c:pt>
                <c:pt idx="1">
                  <c:v>117</c:v>
                </c:pt>
                <c:pt idx="2">
                  <c:v>66</c:v>
                </c:pt>
                <c:pt idx="3">
                  <c:v>47</c:v>
                </c:pt>
                <c:pt idx="4">
                  <c:v>19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Have they put money in?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bubble3D val="0"/>
            <c:spPr>
              <a:solidFill>
                <a:srgbClr val="225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Never put money in (976K)</c:v>
                </c:pt>
                <c:pt idx="1">
                  <c:v>Put money in (525K)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976</c:v>
                </c:pt>
                <c:pt idx="1">
                  <c:v>525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paying with CLICX, thousand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Paying users,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Aug</c:v>
                  </c:pt>
                  <c:pt idx="1">
                    <c:v>Sep</c:v>
                  </c:pt>
                  <c:pt idx="2">
                    <c:v>Oct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164</c:v>
                </c:pt>
                <c:pt idx="1">
                  <c:v>130</c:v>
                </c:pt>
                <c:pt idx="2">
                  <c:v>117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(1/2)  |  WHAT EXISTING CUSTOMERS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1.5 million existing customers actually use CLICX?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Only 1 in 6 do. Most never put money in, and paying users fell 29% since August. Putting money in and getting a loan are what turn sign-ups into users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6" name="Product holding" descr=""/>
          <p:cNvGraphicFramePr/>
          <p:nvPr/>
        </p:nvGraphicFramePr>
        <p:xfrm>
          <a:off x="457200" y="2148840"/>
          <a:ext cx="2651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First deposit" descr=""/>
          <p:cNvGraphicFramePr/>
          <p:nvPr/>
        </p:nvGraphicFramePr>
        <p:xfrm>
          <a:off x="3154680" y="2148840"/>
          <a:ext cx="2377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Accounts total"/>
          <p:cNvSpPr txBox="1"/>
          <p:nvPr/>
        </p:nvSpPr>
        <p:spPr>
          <a:xfrm>
            <a:off x="3840480" y="3703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1.50M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6"/>
                </a:solidFill>
              </a:rPr>
              <a:t>accounts</a:t>
            </a:r>
            <a:endParaRPr lang="en-US" sz="1800" dirty="0"/>
          </a:p>
        </p:txBody>
      </p:sp>
      <p:graphicFrame>
        <p:nvGraphicFramePr>
          <p:cNvPr id="9" name="Paying users trend" descr=""/>
          <p:cNvGraphicFramePr/>
          <p:nvPr/>
        </p:nvGraphicFramePr>
        <p:xfrm>
          <a:off x="5669280" y="2148840"/>
          <a:ext cx="2468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DRIVES USAGE</a:t>
            </a:r>
            <a:endParaRPr lang="en-US" sz="1100" dirty="0"/>
          </a:p>
        </p:txBody>
      </p:sp>
      <p:sp>
        <p:nvSpPr>
          <p:cNvPr id="12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Money in is the dividing line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22% of people who put money in pay with CLICX, vs 0.1% who never did</a:t>
            </a:r>
            <a:endParaRPr lang="en-US" sz="1400" dirty="0"/>
          </a:p>
        </p:txBody>
      </p:sp>
      <p:sp>
        <p:nvSpPr>
          <p:cNvPr id="15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28.5% of borrowers pay in the app, vs 5.2% of everyone else</a:t>
            </a:r>
            <a:endParaRPr lang="en-US" sz="1400" dirty="0"/>
          </a:p>
        </p:txBody>
      </p:sp>
      <p:sp>
        <p:nvSpPr>
          <p:cNvPr id="18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'no' loses the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1.13M applied for a loan and never got one. Only 4.3% of them pay</a:t>
            </a:r>
            <a:endParaRPr lang="en-US" sz="1400" dirty="0"/>
          </a:p>
        </p:txBody>
      </p:sp>
      <p:sp>
        <p:nvSpPr>
          <p:cNvPr id="21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Two ways to pay stick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People who scan and pay bills stop half as often (24% vs 41–48%)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BOARD SUMMARY  (2/2)  |  WHAT WE WILL 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can we do in the next 90 days, and what do we need from the board?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Six actions aimed at customers we already have: get money in, bring loan payments into the app, and keep payers from dropping off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product and payment segments, 1 Oct 2026 (1.50M customers with an account)</a:t>
            </a:r>
            <a:endParaRPr lang="en-US" sz="1000" dirty="0"/>
          </a:p>
        </p:txBody>
      </p:sp>
      <p:graphicFrame>
        <p:nvGraphicFramePr>
          <p:cNvPr id="3" name="Acti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8686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many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should work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Give turned-down applicants a reason to put money in (bonus save pocket, small starter loan)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Applied, never got a loan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Money in is the strongest sign someone will pay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 Bring loan repayment into the app (autopay, due-date reminders)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Borrowers who never paid in the app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Payers who come back follow due dates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 Win back last month's payers every month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Paid last month, not this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to keep a payer than to find one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 Offer AIS bill pay and top-up to scan-to-pay users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Scan-to-pay only users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ways to pay halves drop-off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 Nudge small savers to the next savings tier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Holding 1K–20K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20K+ savers fell from 34.6K to 28.8K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 Reward the 2nd and 3rd payment, not just the 1st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payers each month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Bill pay fell 45% when the promotion ended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corecard strip"/>
          <p:cNvSpPr txBox="1"/>
          <p:nvPr/>
        </p:nvSpPr>
        <p:spPr>
          <a:xfrm>
            <a:off x="457200" y="5715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TRACK MONTHLY 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Money in 35%  ·  Paying 117K  ·  Pay every month 57.7K  ·  2+ products 51K  ·  Savers 1K+ 71K</a:t>
            </a:r>
            <a:endParaRPr lang="en-US" sz="1000" dirty="0"/>
          </a:p>
        </p:txBody>
      </p:sp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WE ASK THE BOARD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Agree the measure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Track 'customers with money in who pay' next to loan growth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Move budget to activation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Shift part of sign-up spend into actions 1–4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Open the balance data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Put CLICX balances in the shared data room to track savings and the KTB deposit question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existing customers: board summary</dc:title>
  <dc:subject>PptxGenJS Presentation</dc:subject>
  <dc:creator>PptxGenJS</dc:creator>
  <cp:lastModifiedBy>PptxGenJS</cp:lastModifiedBy>
  <cp:revision>1</cp:revision>
  <dcterms:created xsi:type="dcterms:W3CDTF">2026-10-30T09:06:50Z</dcterms:created>
  <dcterms:modified xsi:type="dcterms:W3CDTF">2026-10-30T09:06:50Z</dcterms:modified>
</cp:coreProperties>
</file>